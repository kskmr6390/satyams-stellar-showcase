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92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361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9175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19175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77602" y="190195"/>
            <a:ext cx="1933956" cy="352044"/>
          </a:xfrm>
          <a:prstGeom prst="roundRect">
            <a:avLst>
              <a:gd name="adj" fmla="val 210600"/>
            </a:avLst>
          </a:prstGeom>
          <a:solidFill>
            <a:srgbClr val="E31837"/>
          </a:solidFill>
          <a:ln/>
          <a:effectLst>
            <a:outerShdw blurRad="114300" dist="38100" dir="5400000" algn="bl" rotWithShape="0">
              <a:srgbClr val="E31837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512" r="-2512"/>
          <a:stretch/>
        </p:blipFill>
        <p:spPr>
          <a:xfrm>
            <a:off x="10267798" y="299923"/>
            <a:ext cx="105156" cy="1335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48849" y="267005"/>
            <a:ext cx="1472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6+ Years Experience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3000"/>
          </a:blip>
          <a:srcRect t="30239" b="30239"/>
          <a:stretch/>
        </p:blipFill>
        <p:spPr>
          <a:xfrm>
            <a:off x="0" y="0"/>
            <a:ext cx="12191695" cy="71917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Shape 4"/>
          <p:cNvSpPr/>
          <p:nvPr/>
        </p:nvSpPr>
        <p:spPr>
          <a:xfrm>
            <a:off x="4429354" y="1924812"/>
            <a:ext cx="3333902" cy="3333902"/>
          </a:xfrm>
          <a:prstGeom prst="ellipse">
            <a:avLst/>
          </a:prstGeom>
          <a:noFill/>
          <a:ln w="25400">
            <a:solidFill>
              <a:srgbClr val="E3183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952951" y="1448410"/>
            <a:ext cx="4286707" cy="4286707"/>
          </a:xfrm>
          <a:prstGeom prst="ellipse">
            <a:avLst/>
          </a:prstGeom>
          <a:noFill/>
          <a:ln w="25400">
            <a:solidFill>
              <a:srgbClr val="E3183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904695" y="952805"/>
            <a:ext cx="952805" cy="952805"/>
          </a:xfrm>
          <a:prstGeom prst="ellipse">
            <a:avLst/>
          </a:prstGeom>
          <a:solidFill>
            <a:srgbClr val="E31837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9048902" y="4991710"/>
            <a:ext cx="1429207" cy="1429207"/>
          </a:xfrm>
          <a:prstGeom prst="ellipse">
            <a:avLst/>
          </a:prstGeom>
          <a:solidFill>
            <a:srgbClr val="E31837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3285439" y="3286354"/>
            <a:ext cx="592988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Satyam Kumar Chourasiya</a:t>
            </a:r>
            <a:endParaRPr lang="en-US" sz="3100" dirty="0"/>
          </a:p>
        </p:txBody>
      </p:sp>
      <p:sp>
        <p:nvSpPr>
          <p:cNvPr id="13" name="Text 9"/>
          <p:cNvSpPr txBox="1"/>
          <p:nvPr/>
        </p:nvSpPr>
        <p:spPr>
          <a:xfrm>
            <a:off x="4739335" y="3918204"/>
            <a:ext cx="23006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Engineer @ SanDisk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022592" y="3931006"/>
            <a:ext cx="437998" cy="219456"/>
          </a:xfrm>
          <a:prstGeom prst="roundRect">
            <a:avLst>
              <a:gd name="adj" fmla="val 362319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7117690" y="3959352"/>
            <a:ext cx="3264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810098" y="4357116"/>
            <a:ext cx="571500" cy="28346"/>
          </a:xfrm>
          <a:prstGeom prst="roundRect">
            <a:avLst>
              <a:gd name="adj" fmla="val 2150568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3579876" y="4680814"/>
            <a:ext cx="51535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engineering specialist with expertise in scalable systems, distributed storage, and cloud infrastructure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315614" y="5444338"/>
            <a:ext cx="952805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477463" y="5555894"/>
            <a:ext cx="114300" cy="13350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404665" y="5444338"/>
            <a:ext cx="972007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514746" y="5444338"/>
            <a:ext cx="1218895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3668573" y="5530291"/>
            <a:ext cx="531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566514" y="5555894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56709" y="5530291"/>
            <a:ext cx="5504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</a:t>
            </a:r>
            <a:endParaRPr lang="en-US" sz="9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5676595" y="5555894"/>
            <a:ext cx="114300" cy="1335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871716" y="5444338"/>
            <a:ext cx="857707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7871155" y="5444338"/>
            <a:ext cx="1009498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3140964" y="5944514"/>
            <a:ext cx="1410005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5522062" y="5944514"/>
            <a:ext cx="1380744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161020" y="5944514"/>
            <a:ext cx="895198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 txBox="1"/>
          <p:nvPr/>
        </p:nvSpPr>
        <p:spPr>
          <a:xfrm>
            <a:off x="5866790" y="5530291"/>
            <a:ext cx="7982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endParaRPr lang="en-US" sz="9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7033565" y="5555894"/>
            <a:ext cx="171907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281367" y="5530291"/>
            <a:ext cx="3794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8033004" y="5555894"/>
            <a:ext cx="171907" cy="13350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4689958" y="5944514"/>
            <a:ext cx="694944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8280806" y="5530291"/>
            <a:ext cx="5312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</a:t>
            </a:r>
            <a:endParaRPr lang="en-US" sz="9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3302813" y="6056071"/>
            <a:ext cx="152705" cy="1335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3531413" y="6030468"/>
            <a:ext cx="9509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Microservices</a:t>
            </a:r>
            <a:endParaRPr lang="en-US" sz="9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851806" y="6056071"/>
            <a:ext cx="114300" cy="13350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042916" y="6030468"/>
            <a:ext cx="2743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</a:t>
            </a:r>
            <a:endParaRPr lang="en-US" sz="9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5683910" y="6056071"/>
            <a:ext cx="114300" cy="133502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7042709" y="5944514"/>
            <a:ext cx="981151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 txBox="1"/>
          <p:nvPr/>
        </p:nvSpPr>
        <p:spPr>
          <a:xfrm>
            <a:off x="5874106" y="6030468"/>
            <a:ext cx="9601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Azure DevOps</a:t>
            </a:r>
            <a:endParaRPr lang="en-US" sz="9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7205472" y="6056071"/>
            <a:ext cx="171907" cy="133502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5414162" y="6444691"/>
            <a:ext cx="1371600" cy="362102"/>
          </a:xfrm>
          <a:prstGeom prst="roundRect">
            <a:avLst>
              <a:gd name="adj" fmla="val 199362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33"/>
          <p:cNvSpPr txBox="1"/>
          <p:nvPr/>
        </p:nvSpPr>
        <p:spPr>
          <a:xfrm>
            <a:off x="7452360" y="6030468"/>
            <a:ext cx="5029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 AI</a:t>
            </a:r>
            <a:endParaRPr lang="en-US" sz="9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2869" y="6056071"/>
            <a:ext cx="133502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8533181" y="6030468"/>
            <a:ext cx="4553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Kafka</a:t>
            </a:r>
            <a:endParaRPr lang="en-US" sz="9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576011" y="6556248"/>
            <a:ext cx="133502" cy="133502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5786323" y="6530645"/>
            <a:ext cx="9317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Elasticsearch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1524305" y="952805"/>
            <a:ext cx="2286000" cy="552298"/>
          </a:xfrm>
          <a:prstGeom prst="roundRect">
            <a:avLst>
              <a:gd name="adj" fmla="val 85636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39700" dist="508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37"/>
          <p:cNvSpPr/>
          <p:nvPr/>
        </p:nvSpPr>
        <p:spPr>
          <a:xfrm>
            <a:off x="1723644" y="1057046"/>
            <a:ext cx="342900" cy="342900"/>
          </a:xfrm>
          <a:prstGeom prst="ellipse">
            <a:avLst/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819656" y="1152144"/>
            <a:ext cx="152705" cy="152705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2180844" y="1121969"/>
            <a:ext cx="15361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AI/ML Development</a:t>
            </a:r>
            <a:endParaRPr lang="en-US" sz="1100" dirty="0"/>
          </a:p>
        </p:txBody>
      </p:sp>
      <p:sp>
        <p:nvSpPr>
          <p:cNvPr id="55" name="Shape 39"/>
          <p:cNvSpPr/>
          <p:nvPr/>
        </p:nvSpPr>
        <p:spPr>
          <a:xfrm>
            <a:off x="8528609" y="1714500"/>
            <a:ext cx="2143354" cy="552298"/>
          </a:xfrm>
          <a:prstGeom prst="roundRect">
            <a:avLst>
              <a:gd name="adj" fmla="val 85636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39700" dist="508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0"/>
          <p:cNvSpPr/>
          <p:nvPr/>
        </p:nvSpPr>
        <p:spPr>
          <a:xfrm>
            <a:off x="8727948" y="1819656"/>
            <a:ext cx="342900" cy="342900"/>
          </a:xfrm>
          <a:prstGeom prst="ellipse">
            <a:avLst/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823960" y="1914754"/>
            <a:ext cx="152705" cy="152705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9185148" y="1883664"/>
            <a:ext cx="1393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Applications</a:t>
            </a:r>
            <a:endParaRPr lang="en-US" sz="1100" dirty="0"/>
          </a:p>
        </p:txBody>
      </p:sp>
      <p:sp>
        <p:nvSpPr>
          <p:cNvPr id="59" name="Shape 42"/>
          <p:cNvSpPr/>
          <p:nvPr/>
        </p:nvSpPr>
        <p:spPr>
          <a:xfrm>
            <a:off x="1333195" y="2572207"/>
            <a:ext cx="1943100" cy="552298"/>
          </a:xfrm>
          <a:prstGeom prst="roundRect">
            <a:avLst>
              <a:gd name="adj" fmla="val 85636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39700" dist="508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43"/>
          <p:cNvSpPr/>
          <p:nvPr/>
        </p:nvSpPr>
        <p:spPr>
          <a:xfrm>
            <a:off x="1533449" y="2676449"/>
            <a:ext cx="342900" cy="342900"/>
          </a:xfrm>
          <a:prstGeom prst="ellipse">
            <a:avLst/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8"/>
          <a:srcRect t="-180" b="-180"/>
          <a:stretch/>
        </p:blipFill>
        <p:spPr>
          <a:xfrm>
            <a:off x="1609344" y="2771546"/>
            <a:ext cx="190195" cy="152705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1990649" y="2740457"/>
            <a:ext cx="11932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Design</a:t>
            </a:r>
            <a:endParaRPr lang="en-US" sz="1100" dirty="0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50" b="50"/>
          <a:stretch/>
        </p:blipFill>
        <p:spPr>
          <a:xfrm>
            <a:off x="190195" y="190195"/>
            <a:ext cx="3534156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201107" y="599846"/>
            <a:ext cx="2134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201107" y="1532534"/>
            <a:ext cx="6515100" cy="41879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01107" y="1532534"/>
            <a:ext cx="38405" cy="418795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391302" y="1618488"/>
            <a:ext cx="20290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Engineer at SanDisk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94753" y="1609344"/>
            <a:ext cx="981151" cy="267005"/>
          </a:xfrm>
          <a:prstGeom prst="roundRect">
            <a:avLst>
              <a:gd name="adj" fmla="val 48924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509053" y="1656893"/>
            <a:ext cx="8439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Started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01107" y="2096719"/>
            <a:ext cx="6515100" cy="304495"/>
          </a:xfrm>
          <a:prstGeom prst="roundRect">
            <a:avLst>
              <a:gd name="adj" fmla="val 37538"/>
            </a:avLst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315407" y="2135124"/>
            <a:ext cx="1677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6+ Years Experience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01107" y="2497226"/>
            <a:ext cx="6289243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Satyam Kumar Chourasiya, recently joined SanDisk as a Staff Engineer with expertise in designing scalable backend systems and distributed solutions. My core strength areas that I'll be focusing on in my new role: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2525" r="-2525"/>
          <a:stretch/>
        </p:blipFill>
        <p:spPr>
          <a:xfrm>
            <a:off x="5201107" y="3541471"/>
            <a:ext cx="190195" cy="18105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544007" y="3511296"/>
            <a:ext cx="60359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 Architecture - Have built SaaS-based multi-tenant architecture solutions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2525" r="-2525"/>
          <a:stretch/>
        </p:blipFill>
        <p:spPr>
          <a:xfrm>
            <a:off x="5201107" y="4174236"/>
            <a:ext cx="190195" cy="1810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44007" y="4143146"/>
            <a:ext cx="619780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AI/ML Development - Have contributed to artificial intelligence and machine learning initiatives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9495" b="-9495"/>
          <a:stretch/>
        </p:blipFill>
        <p:spPr>
          <a:xfrm>
            <a:off x="5201107" y="4806086"/>
            <a:ext cx="190195" cy="1810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44007" y="4775911"/>
            <a:ext cx="590245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Applications (backend) - Have built scalable web applications with modern frameworks and technologies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201107" y="5561381"/>
            <a:ext cx="724205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993892" y="5561381"/>
            <a:ext cx="743407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806794" y="5561381"/>
            <a:ext cx="1019556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895844" y="5561381"/>
            <a:ext cx="619049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588045" y="5561381"/>
            <a:ext cx="562356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218981" y="5561381"/>
            <a:ext cx="724205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017252" y="5561381"/>
            <a:ext cx="1181405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201107" y="5957316"/>
            <a:ext cx="1257300" cy="323698"/>
          </a:xfrm>
          <a:prstGeom prst="roundRect">
            <a:avLst>
              <a:gd name="adj" fmla="val 16616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5324551" y="5618074"/>
            <a:ext cx="579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118250" y="5618074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930238" y="5618074"/>
            <a:ext cx="8750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019288" y="5618074"/>
            <a:ext cx="4745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AI/ML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8712403" y="5618074"/>
            <a:ext cx="4178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9342425" y="5618074"/>
            <a:ext cx="579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140696" y="5618074"/>
            <a:ext cx="1036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5324551" y="6014009"/>
            <a:ext cx="11128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Design</a:t>
            </a:r>
            <a:endParaRPr lang="en-US" sz="1000" dirty="0"/>
          </a:p>
        </p:txBody>
      </p:sp>
      <p:pic>
        <p:nvPicPr>
          <p:cNvPr id="36" name="Picture 3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05155A2-92AA-C0D6-5E38-285590E5B2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148" y="1409548"/>
            <a:ext cx="4720374" cy="4720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86207" y="247802"/>
            <a:ext cx="50813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Achievements &amp; Impact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86207" y="893369"/>
            <a:ext cx="5578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Major project contributions and key performance metrics at Entropik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6207" y="1285646"/>
            <a:ext cx="3752698" cy="2419502"/>
          </a:xfrm>
          <a:prstGeom prst="roundRect">
            <a:avLst>
              <a:gd name="adj" fmla="val 1785"/>
            </a:avLst>
          </a:prstGeom>
          <a:solidFill>
            <a:srgbClr val="F8F9FA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6207" y="1285646"/>
            <a:ext cx="38405" cy="2419502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41294" y="1285646"/>
            <a:ext cx="952805" cy="952805"/>
          </a:xfrm>
          <a:prstGeom prst="ellipse">
            <a:avLst/>
          </a:prstGeom>
          <a:solidFill>
            <a:srgbClr val="E31837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6402" y="1438351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4" b="-44"/>
          <a:stretch/>
        </p:blipFill>
        <p:spPr>
          <a:xfrm>
            <a:off x="586130" y="1561795"/>
            <a:ext cx="256946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22699" y="1285646"/>
            <a:ext cx="3752698" cy="2419502"/>
          </a:xfrm>
          <a:prstGeom prst="roundRect">
            <a:avLst>
              <a:gd name="adj" fmla="val 1785"/>
            </a:avLst>
          </a:prstGeom>
          <a:solidFill>
            <a:srgbClr val="F8F9FA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22699" y="1285646"/>
            <a:ext cx="38405" cy="2419502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60106" y="1285646"/>
            <a:ext cx="3752698" cy="2419502"/>
          </a:xfrm>
          <a:prstGeom prst="roundRect">
            <a:avLst>
              <a:gd name="adj" fmla="val 1785"/>
            </a:avLst>
          </a:prstGeom>
          <a:solidFill>
            <a:srgbClr val="F8F9FA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160106" y="1285646"/>
            <a:ext cx="38405" cy="2419502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12894" y="1438351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76402" y="2029054"/>
            <a:ext cx="178582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Qatalyst Platform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12894" y="2029054"/>
            <a:ext cx="251917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 Processing Pipeline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76402" y="2379269"/>
            <a:ext cx="3312871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Led a team of 5 developers to build an AI-powered market research platform processing millions of data points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6402" y="2964485"/>
            <a:ext cx="828446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340510" y="2964485"/>
            <a:ext cx="809244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384902" y="2772461"/>
            <a:ext cx="400507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62356" y="2993746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Analytics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425550" y="2993746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6402" y="3307385"/>
            <a:ext cx="1429207" cy="247802"/>
          </a:xfrm>
          <a:prstGeom prst="roundRect">
            <a:avLst>
              <a:gd name="adj" fmla="val 56770"/>
            </a:avLst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t="-524" b="-524"/>
          <a:stretch/>
        </p:blipFill>
        <p:spPr>
          <a:xfrm>
            <a:off x="552298" y="3361334"/>
            <a:ext cx="152705" cy="1234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470855" y="2801722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412894" y="3115361"/>
            <a:ext cx="1676095" cy="247802"/>
          </a:xfrm>
          <a:prstGeom prst="roundRect">
            <a:avLst>
              <a:gd name="adj" fmla="val 56770"/>
            </a:avLst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705002" y="3345790"/>
            <a:ext cx="12161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Developer Team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978701" y="1285646"/>
            <a:ext cx="952805" cy="952805"/>
          </a:xfrm>
          <a:prstGeom prst="ellipse">
            <a:avLst/>
          </a:prstGeom>
          <a:solidFill>
            <a:srgbClr val="E31837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4522622" y="1561795"/>
            <a:ext cx="256946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412894" y="2379269"/>
            <a:ext cx="322783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Engineered async task queues and serverless optimization for video content processing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412894" y="2772461"/>
            <a:ext cx="942746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 txBox="1"/>
          <p:nvPr/>
        </p:nvSpPr>
        <p:spPr>
          <a:xfrm>
            <a:off x="4498848" y="2801722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 Lambda</a:t>
            </a:r>
            <a:endParaRPr lang="en-US" sz="9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4489704" y="3169310"/>
            <a:ext cx="105156" cy="1234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4593946" y="3153766"/>
            <a:ext cx="15115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 Latency Reduction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916107" y="1285646"/>
            <a:ext cx="952805" cy="952805"/>
          </a:xfrm>
          <a:prstGeom prst="ellipse">
            <a:avLst/>
          </a:prstGeom>
          <a:solidFill>
            <a:srgbClr val="E31837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8350301" y="1438351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445398" y="1561795"/>
            <a:ext cx="286207" cy="2286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350301" y="2029054"/>
            <a:ext cx="136611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Systems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8350301" y="2379269"/>
            <a:ext cx="332293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Retrieval-Augmented Generation systems using LangChain and open-source LLMs for enhanced insights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8350301" y="2964485"/>
            <a:ext cx="790956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9176918" y="2964485"/>
            <a:ext cx="428854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 txBox="1"/>
          <p:nvPr/>
        </p:nvSpPr>
        <p:spPr>
          <a:xfrm>
            <a:off x="8436254" y="2993746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LangChain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9262872" y="2993746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LLMs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8350301" y="3307385"/>
            <a:ext cx="1904695" cy="247802"/>
          </a:xfrm>
          <a:prstGeom prst="roundRect">
            <a:avLst>
              <a:gd name="adj" fmla="val 56770"/>
            </a:avLst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6196" y="3361334"/>
            <a:ext cx="123444" cy="123444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8550554" y="3345790"/>
            <a:ext cx="17209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25% Insights Improvement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888797" y="4080967"/>
            <a:ext cx="2667305" cy="2229307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888797" y="4080967"/>
            <a:ext cx="2667305" cy="38405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4762195" y="4080967"/>
            <a:ext cx="2667305" cy="2229307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4762195" y="4080967"/>
            <a:ext cx="2667305" cy="38405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8635594" y="4080967"/>
            <a:ext cx="2667305" cy="2229307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8635594" y="4080967"/>
            <a:ext cx="2667305" cy="38405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1936699" y="4309567"/>
            <a:ext cx="571500" cy="571500"/>
          </a:xfrm>
          <a:prstGeom prst="ellipse">
            <a:avLst/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rcRect l="-552" r="-552"/>
          <a:stretch/>
        </p:blipFill>
        <p:spPr>
          <a:xfrm>
            <a:off x="2117750" y="4457700"/>
            <a:ext cx="209398" cy="276149"/>
          </a:xfrm>
          <a:prstGeom prst="rect">
            <a:avLst/>
          </a:prstGeom>
        </p:spPr>
      </p:pic>
      <p:sp>
        <p:nvSpPr>
          <p:cNvPr id="56" name="Shape 47"/>
          <p:cNvSpPr/>
          <p:nvPr/>
        </p:nvSpPr>
        <p:spPr>
          <a:xfrm>
            <a:off x="5810098" y="4309567"/>
            <a:ext cx="571500" cy="571500"/>
          </a:xfrm>
          <a:prstGeom prst="ellipse">
            <a:avLst/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 txBox="1"/>
          <p:nvPr/>
        </p:nvSpPr>
        <p:spPr>
          <a:xfrm>
            <a:off x="1712671" y="4919472"/>
            <a:ext cx="13953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25%</a:t>
            </a:r>
            <a:endParaRPr lang="en-US" sz="3800" dirty="0"/>
          </a:p>
        </p:txBody>
      </p:sp>
      <p:sp>
        <p:nvSpPr>
          <p:cNvPr id="58" name="Text 49"/>
          <p:cNvSpPr txBox="1"/>
          <p:nvPr/>
        </p:nvSpPr>
        <p:spPr>
          <a:xfrm>
            <a:off x="5585155" y="4919472"/>
            <a:ext cx="13953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</a:t>
            </a:r>
            <a:endParaRPr lang="en-US" sz="3800" dirty="0"/>
          </a:p>
        </p:txBody>
      </p:sp>
      <p:sp>
        <p:nvSpPr>
          <p:cNvPr id="59" name="Text 50"/>
          <p:cNvSpPr txBox="1"/>
          <p:nvPr/>
        </p:nvSpPr>
        <p:spPr>
          <a:xfrm>
            <a:off x="1405433" y="5616245"/>
            <a:ext cx="176479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Improvement in AI insights generation</a:t>
            </a:r>
            <a:endParaRPr lang="en-US" sz="1300" dirty="0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rcRect t="-333" b="-333"/>
          <a:stretch/>
        </p:blipFill>
        <p:spPr>
          <a:xfrm>
            <a:off x="5924398" y="4457700"/>
            <a:ext cx="342900" cy="276149"/>
          </a:xfrm>
          <a:prstGeom prst="rect">
            <a:avLst/>
          </a:prstGeom>
        </p:spPr>
      </p:pic>
      <p:sp>
        <p:nvSpPr>
          <p:cNvPr id="61" name="Shape 51"/>
          <p:cNvSpPr/>
          <p:nvPr/>
        </p:nvSpPr>
        <p:spPr>
          <a:xfrm>
            <a:off x="9683496" y="4309567"/>
            <a:ext cx="571500" cy="571500"/>
          </a:xfrm>
          <a:prstGeom prst="ellipse">
            <a:avLst/>
          </a:prstGeom>
          <a:solidFill>
            <a:srgbClr val="E3183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2"/>
          <p:cNvSpPr txBox="1"/>
          <p:nvPr/>
        </p:nvSpPr>
        <p:spPr>
          <a:xfrm>
            <a:off x="5543093" y="5616245"/>
            <a:ext cx="124084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Boost in user engagement</a:t>
            </a:r>
            <a:endParaRPr lang="en-US" sz="13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830714" y="4457700"/>
            <a:ext cx="276149" cy="276149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9459468" y="4919472"/>
            <a:ext cx="13953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25%</a:t>
            </a:r>
            <a:endParaRPr lang="en-US" sz="3800" dirty="0"/>
          </a:p>
        </p:txBody>
      </p:sp>
      <p:sp>
        <p:nvSpPr>
          <p:cNvPr id="65" name="Text 54"/>
          <p:cNvSpPr txBox="1"/>
          <p:nvPr/>
        </p:nvSpPr>
        <p:spPr>
          <a:xfrm>
            <a:off x="9161374" y="5616245"/>
            <a:ext cx="174559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Reduction in server costs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62549" y="190195"/>
            <a:ext cx="476402" cy="476402"/>
          </a:xfrm>
          <a:prstGeom prst="ellipse">
            <a:avLst/>
          </a:prstGeom>
          <a:solidFill>
            <a:srgbClr val="E31837">
              <a:alpha val="5000"/>
            </a:srgbClr>
          </a:solidFill>
          <a:ln w="25400">
            <a:solidFill>
              <a:srgbClr val="E31837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6907" y="314554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1305" y="768096"/>
            <a:ext cx="38240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Journey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99662" y="1382573"/>
            <a:ext cx="47192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progression from left to right highlighting key milestones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1305" y="2286000"/>
            <a:ext cx="11239805" cy="3840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854" y="2648102"/>
            <a:ext cx="2095805" cy="2581351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691079" y="2648102"/>
            <a:ext cx="2095805" cy="2581351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53305" y="2648102"/>
            <a:ext cx="2095805" cy="2581351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215530" y="2648102"/>
            <a:ext cx="2095805" cy="2581351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477756" y="2648102"/>
            <a:ext cx="2095805" cy="2581351"/>
          </a:xfrm>
          <a:prstGeom prst="roundRect">
            <a:avLst>
              <a:gd name="adj" fmla="val 1587"/>
            </a:avLst>
          </a:prstGeom>
          <a:solidFill>
            <a:srgbClr val="E31837">
              <a:alpha val="3000"/>
            </a:srgbClr>
          </a:solidFill>
          <a:ln w="12700">
            <a:solidFill>
              <a:srgbClr val="E3183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33095" y="2752344"/>
            <a:ext cx="144658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Associate Software Engineer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795321" y="2752344"/>
            <a:ext cx="1837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 Backend Engineer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057546" y="2752344"/>
            <a:ext cx="1837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 Backend Engineer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319772" y="2752344"/>
            <a:ext cx="1837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 Backend Engineer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581998" y="2752344"/>
            <a:ext cx="10744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Engineer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33095" y="3193085"/>
            <a:ext cx="8065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A52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TeamLease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2795321" y="2987345"/>
            <a:ext cx="9299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A52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Entropik India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057546" y="2987345"/>
            <a:ext cx="12637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A52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Entropik Abu Dhabi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319772" y="2987345"/>
            <a:ext cx="9299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A52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Entropik India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581998" y="2987345"/>
            <a:ext cx="5870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318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SanDisk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33095" y="3385109"/>
            <a:ext cx="10707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 2019 - Aug 2021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2795321" y="3179369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 2021 - Dec 2022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5057546" y="3179369"/>
            <a:ext cx="11667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 2022 - Jan 2025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7319772" y="3179369"/>
            <a:ext cx="11667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Feb 2025 - Nov 2025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9581998" y="3179369"/>
            <a:ext cx="10808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 2025 - Present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33095" y="3621024"/>
            <a:ext cx="286207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95321" y="3415284"/>
            <a:ext cx="286207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57546" y="3415284"/>
            <a:ext cx="286207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319772" y="3415284"/>
            <a:ext cx="286207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581998" y="3415284"/>
            <a:ext cx="286207" cy="19202"/>
          </a:xfrm>
          <a:prstGeom prst="rect">
            <a:avLst/>
          </a:prstGeom>
          <a:solidFill>
            <a:srgbClr val="E31837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651967" y="3697834"/>
            <a:ext cx="18004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Revolutionized email workflow automation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51967" y="4025189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Led refactoring of legacy TL-Connect modules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2914193" y="3492094"/>
            <a:ext cx="15343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Led team of 5 developers building Qatalyst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2914193" y="3819449"/>
            <a:ext cx="16669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Developed hybrid semantic search engine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176418" y="3492094"/>
            <a:ext cx="13716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RAG systems with LangChain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176418" y="3819449"/>
            <a:ext cx="1772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Optimized async task queues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438644" y="3492094"/>
            <a:ext cx="13057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Led cost optimization initiatives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7438644" y="3819449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Enhanced AI insights with LLMs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596067" y="2758745"/>
            <a:ext cx="362102" cy="200254"/>
          </a:xfrm>
          <a:prstGeom prst="roundRect">
            <a:avLst>
              <a:gd name="adj" fmla="val 86975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10653674" y="2777033"/>
            <a:ext cx="3282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9700870" y="3511296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Contributing to AI/ML initiatives AI/ML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9700870" y="3838651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scalable web applications Web Apps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1399946" y="2400300"/>
            <a:ext cx="152705" cy="152705"/>
          </a:xfrm>
          <a:prstGeom prst="ellipse">
            <a:avLst/>
          </a:prstGeom>
          <a:solidFill>
            <a:srgbClr val="4A67A3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3662172" y="2400300"/>
            <a:ext cx="152705" cy="152705"/>
          </a:xfrm>
          <a:prstGeom prst="ellipse">
            <a:avLst/>
          </a:prstGeom>
          <a:solidFill>
            <a:srgbClr val="4A67A3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924398" y="2400300"/>
            <a:ext cx="152705" cy="152705"/>
          </a:xfrm>
          <a:prstGeom prst="ellipse">
            <a:avLst/>
          </a:prstGeom>
          <a:solidFill>
            <a:srgbClr val="4A67A3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186623" y="2400300"/>
            <a:ext cx="152705" cy="152705"/>
          </a:xfrm>
          <a:prstGeom prst="ellipse">
            <a:avLst/>
          </a:prstGeom>
          <a:solidFill>
            <a:srgbClr val="4A67A3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0448849" y="2400300"/>
            <a:ext cx="152705" cy="152705"/>
          </a:xfrm>
          <a:prstGeom prst="ellipse">
            <a:avLst/>
          </a:prstGeom>
          <a:solidFill>
            <a:srgbClr val="E31837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813402" y="1515161"/>
            <a:ext cx="2857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586838" y="2543861"/>
            <a:ext cx="716889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I'm not coding, I enjoy strategic thinking through chess, watching cricket matches, and playing FIFA.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38805" y="3540557"/>
            <a:ext cx="1143000" cy="1143000"/>
          </a:xfrm>
          <a:prstGeom prst="ellipse">
            <a:avLst/>
          </a:prstGeom>
          <a:solidFill>
            <a:srgbClr val="4A5568">
              <a:alpha val="10000"/>
            </a:srgbClr>
          </a:solidFill>
          <a:ln w="25400">
            <a:solidFill>
              <a:srgbClr val="4A556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04895" y="3806647"/>
            <a:ext cx="609905" cy="6099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79622" y="4959706"/>
            <a:ext cx="107259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Chess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524805" y="3540557"/>
            <a:ext cx="1143000" cy="1143000"/>
          </a:xfrm>
          <a:prstGeom prst="ellipse">
            <a:avLst/>
          </a:prstGeom>
          <a:solidFill>
            <a:srgbClr val="3E6B4E">
              <a:alpha val="10000"/>
            </a:srgbClr>
          </a:solidFill>
          <a:ln w="25400">
            <a:solidFill>
              <a:srgbClr val="3E6B4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5" b="-25"/>
          <a:stretch/>
        </p:blipFill>
        <p:spPr>
          <a:xfrm>
            <a:off x="5753405" y="3806647"/>
            <a:ext cx="685800" cy="6099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96128" y="4959706"/>
            <a:ext cx="12060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E6B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Cricket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810805" y="3540557"/>
            <a:ext cx="1143000" cy="1143000"/>
          </a:xfrm>
          <a:prstGeom prst="ellipse">
            <a:avLst/>
          </a:prstGeom>
          <a:solidFill>
            <a:srgbClr val="2B4C7E">
              <a:alpha val="10000"/>
            </a:srgbClr>
          </a:solidFill>
          <a:ln w="25400">
            <a:solidFill>
              <a:srgbClr val="2B4C7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8001000" y="3806647"/>
            <a:ext cx="761695" cy="6099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00670" y="4959706"/>
            <a:ext cx="77724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4C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FIFA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673498" y="1250899"/>
            <a:ext cx="3248863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066337" y="2422246"/>
            <a:ext cx="42272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 for your time and attention.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5982005" y="3363163"/>
            <a:ext cx="228600" cy="304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14316" y="3858768"/>
            <a:ext cx="270936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Bangalore, Karnataka, India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81221" y="4590288"/>
            <a:ext cx="1686154" cy="543154"/>
          </a:xfrm>
          <a:prstGeom prst="roundRect">
            <a:avLst>
              <a:gd name="adj" fmla="val 23628"/>
            </a:avLst>
          </a:prstGeom>
          <a:noFill/>
          <a:ln w="25400">
            <a:solidFill>
              <a:srgbClr val="F0F4F8"/>
            </a:solidFill>
            <a:prstDash val="solid"/>
          </a:ln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4566514" y="4727448"/>
            <a:ext cx="237744" cy="2670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38621" y="4590288"/>
            <a:ext cx="1580998" cy="543154"/>
          </a:xfrm>
          <a:prstGeom prst="roundRect">
            <a:avLst>
              <a:gd name="adj" fmla="val 23628"/>
            </a:avLst>
          </a:prstGeom>
          <a:noFill/>
          <a:ln w="25400">
            <a:solidFill>
              <a:srgbClr val="F0F4F8"/>
            </a:solidFill>
            <a:prstDash val="solid"/>
          </a:ln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4919472" y="4723790"/>
            <a:ext cx="8997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334" b="-334"/>
          <a:stretch/>
        </p:blipFill>
        <p:spPr>
          <a:xfrm>
            <a:off x="6624828" y="4727448"/>
            <a:ext cx="256946" cy="2670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96074" y="4723790"/>
            <a:ext cx="77541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C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810098" y="5588813"/>
            <a:ext cx="571500" cy="38405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409</Words>
  <Application>Microsoft Macintosh PowerPoint</Application>
  <PresentationFormat>Widescreen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Satyam Kumar Chourasiya</cp:lastModifiedBy>
  <cp:revision>3</cp:revision>
  <dcterms:created xsi:type="dcterms:W3CDTF">2025-11-14T01:44:55Z</dcterms:created>
  <dcterms:modified xsi:type="dcterms:W3CDTF">2025-11-14T01:59:48Z</dcterms:modified>
</cp:coreProperties>
</file>